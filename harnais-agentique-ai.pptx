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" cy="685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INTRODUCTION POUR DÉBUTANTS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Harnais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l'agentique AI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54864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14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transforme-t-on un simple modèle de langage en un véritable agent autonome ?  La réponse tient en un mot.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 ·  AVRIL 2026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463040"/>
            <a:ext cx="1463040" cy="14630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0"/>
            <a:ext cx="731520" cy="73152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114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MÉTAPHORE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D'où vient ce mot étrange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0A1230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7830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l'origine : le cheval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cheval, seul, est puissant mais ne sert à rien. Pour qu'il devienne utile, il faut un harnais : sangles, mors, rênes, attaches. Cet équipement ne change pas le cheval, mais le relie au monde et permet de le diriger.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97480" y="4846320"/>
            <a:ext cx="9144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029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BRUTE  →  PUISSANCE UTILE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46304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D4A57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8308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IA : le modèle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126480" y="32461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grand modèle de langage (LLM), seul, ne fait qu'une chose : produire du texte. Pour qu'il agisse — lire des fichiers, naviguer, exécuter du code — il lui faut tout un équipement autour. Cet équipement, c'est le harnais.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458200" y="4846320"/>
            <a:ext cx="914400" cy="36576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6" name="Text 12"/>
          <p:cNvSpPr/>
          <p:nvPr/>
        </p:nvSpPr>
        <p:spPr>
          <a:xfrm>
            <a:off x="6126480" y="5029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BRUT  →  ACTION DANS LE MONDE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DÉFINITION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qu'un harnais, précisément 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1645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harnais (« harness » en anglais) est l'ensemble du code, des outils, des règles et des boucles d'exécution qui entoure un modèle d'IA pour le transformer en agent capable d'agir de façon autonome dans un environnement.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9319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7091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cerveau » : il décide quoi faire à chaque étape.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39319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39319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148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72000" y="47091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corps » : tout ce qui exécute, observe et contrôle.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38160" y="39319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38160" y="3931920"/>
            <a:ext cx="54864" cy="192024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1148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L'ENVIRONNEMENT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412480" y="47091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monde » : fichiers, web, APIs, systèmes que l'agent manipule.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POURQUOI EN A-T-ON BESOIN 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LLM, tout seul, ne peut pas grand-chose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ChatGPT à l'état brut : une fonction qui prend du texte en entrée et renvoie du texte en sortie. C'est tout. Sans harnais, voici ce qui lui manque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accès aux fichiers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ni lire votre code, ni ouvrir un PDF, ni écrire un document.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24688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97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accès au web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3246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chercher d'info actuelle, ni consulter une page, ni appeler une API.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4688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974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mémoire persistante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2480" y="3246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 tout entre deux conversations. Pas de notes, pas d'historique propre.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2976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262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boucle d'exécution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dire « je viens d'essayer X, ça a échoué, j'essaie Y ».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2976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262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limite ni garde-fou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cadre, rien n'empêche les actions dangereuses ou les boucles infinies.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38160" y="429768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52628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0684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perception du résultat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841248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du texte mais ne « voit » jamais l'effet réel de ce qu'il propose.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cœur du harnais : la boucle agentique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orchestre un cycle qui se répète tour après tour, jusqu'à ce que la tâche soit terminée.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3291840"/>
            <a:ext cx="1463040" cy="14630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3657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4630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A1230"/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5727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352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PENSÉE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réfléchit à l'étape suivante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509760" y="33832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A1230"/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4930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5548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0" y="4096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choisit un outil et ses paramètres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589520" y="53035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A1230"/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54132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35240" y="5715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EXÉCUTION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80960" y="60167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exécute réellement l'action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669280" y="33832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A1230"/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930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OBSERVATION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760720" y="4096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est renvoyé au modèle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2468880"/>
            <a:ext cx="4572000" cy="3657600"/>
          </a:xfrm>
          <a:prstGeom prst="rect">
            <a:avLst/>
          </a:prstGeom>
          <a:solidFill>
            <a:srgbClr val="0A1230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" y="2468880"/>
            <a:ext cx="54864" cy="36576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EN 4 TEMPS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31089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boucle se répète, parfois des dizaines de fois, jusqu'à ce que la tâche soit accomplie. Le modèle ne « voit » jamais le monde directement : il ne perçoit que ce que le harnais lui rapporte de l'étape précédente.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31520" y="4663440"/>
            <a:ext cx="457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846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comme cela qu'un agent comme Claude Code fonctionne quand il vous aide à programmer.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ANATOMIE D'UN HARNAIS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y a, en pratique, dans un harnais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(tools)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25603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que le modèle peut appeler : lecture/écriture de fichiers, recherche web, exécution de code, requêtes SQL, envoi d'emails, etc.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82880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574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d'exécution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355080" y="25603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qui rappelle le modèle à chaque tour, exécute les actions, transmet les résultats. C'est ce qui permet l'autonomie.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3375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33756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du contexte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85800" y="40690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de ce qu'on garde, résume, ou évacue de la conversation pour ne pas dépasser la fenêtre du modèle.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26480" y="33375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26480" y="333756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661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355080" y="40690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temps, d'argent, d'actions ; vérifications avant exécution ; permissions ; sandbox d'exécution.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57200" y="48463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484632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7492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L'observation &amp; la trace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85800" y="55778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détaillés de chaque étape pour pouvoir comprendre, déboguer ou auditer le comportement de l'agent.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126480" y="484632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26480" y="4846320"/>
            <a:ext cx="54864" cy="132588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074920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critère d'arrêt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6355080" y="55778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l'agent sait que la tâche est finie : signal explicite du modèle, succès d'un test, limite atteinte...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UN EXEMPLE CONCRET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: un agent qui code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Corrige le bug dans mon application Python. » Voici comment un harnais d'agent de codage transforme cette demande en travail réel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176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05740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les fichiers, ouvre ceux qui semblent pertinents, comprend la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24912" y="2377440"/>
            <a:ext cx="2176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205740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349300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6352" y="28803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07792" y="342900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l'origine probable du bug, formule une hypothèse précise.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92624" y="2377440"/>
            <a:ext cx="2176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05740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84064" y="28803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75504" y="342900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 les fichiers concernés via l'outil d'édition du harnais.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0336" y="2377440"/>
            <a:ext cx="2176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8432" y="205740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802843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51776" y="28803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43216" y="342900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la suite de tests dans une sandbox isolée, observe la sortie.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28048" y="2377440"/>
            <a:ext cx="2176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96144" y="2057400"/>
            <a:ext cx="640080" cy="64008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1029614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19488" y="28803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Itérer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10928" y="342900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test échoue, ajuste et recommence. Sinon, signale la fin.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0F1B3D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457200" cy="4572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71600" y="5212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phase, c'est le harnais qui rend l'action possible : il fournit l'outil, l'exécute, capture la sortie, et la renvoie au modèle. Le modèle, lui, ne fait que décider.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QUI FAIT QUOI 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vs harnais : la division du travail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394960" cy="4206240"/>
          </a:xfrm>
          <a:prstGeom prst="rect">
            <a:avLst/>
          </a:prstGeom>
          <a:solidFill>
            <a:srgbClr val="0F1B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 ·  décide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4572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demande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stratégie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quel outil utiliser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les bons paramètres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ce qu'il observe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quand s'arrêter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solidFill>
            <a:srgbClr val="D4A57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 ·  exécute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675120" y="2971800"/>
            <a:ext cx="457200" cy="36576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6" name="Text 12"/>
          <p:cNvSpPr/>
          <p:nvPr/>
        </p:nvSpPr>
        <p:spPr>
          <a:xfrm>
            <a:off x="667512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les outils à disposition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chaque action demandée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Renvoyer les résultats au modèle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la mémoire et le contexte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respecter les garde-fous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Tracer, logger, surveiller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Le modèle est l'intelligence ; le harnais est la possibilité d'agir. 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L'IMPORTANCE DU HARNAIS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·  POURQUOI C'EST CRUCIAL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harnais, c'est souvent là que tout se joue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même modèle, deux harnais différents peuvent produire des agents radicalement différents — l'un brillant, l'autre inutilisable.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7216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3721608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355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×10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2130552" y="4297680"/>
            <a:ext cx="36576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34840"/>
            <a:ext cx="31729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de performance entre un bon et un mauvais harnais sur la même tâche, à modèle identique.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1688" y="2468880"/>
            <a:ext cx="37216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2468880"/>
            <a:ext cx="3721608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743200"/>
            <a:ext cx="3355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7200" dirty="0"/>
          </a:p>
        </p:txBody>
      </p:sp>
      <p:sp>
        <p:nvSpPr>
          <p:cNvPr id="16" name="Shape 14"/>
          <p:cNvSpPr/>
          <p:nvPr/>
        </p:nvSpPr>
        <p:spPr>
          <a:xfrm>
            <a:off x="6035040" y="4297680"/>
            <a:ext cx="36576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4434840"/>
            <a:ext cx="31729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 du travail d'ingénierie d'un agent en production qui concerne le harnais, pas le modèle.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66176" y="2468880"/>
            <a:ext cx="37216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2468880"/>
            <a:ext cx="3721608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2743200"/>
            <a:ext cx="3355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21" name="Shape 19"/>
          <p:cNvSpPr/>
          <p:nvPr/>
        </p:nvSpPr>
        <p:spPr>
          <a:xfrm>
            <a:off x="9939528" y="4297680"/>
            <a:ext cx="36576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540496" y="4434840"/>
            <a:ext cx="31729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d'agents utiles qui existent sans harnais. Un LLM brut ne fait rien d'autonome.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Ordres de grandeur indicatifs, observés dans les benchmarks publics et les retours d'expérience industriels.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 ·  LE SPECTRE DES HARNAIS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 les harnais ne se ressemblent pas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minimal au plus complet, on rencontre une gradation continue. Plus on monte, plus l'agent peut faire de choses sans aide humaine — et plus il faut soigner les garde-fous.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743200" cy="137160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42316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977640"/>
            <a:ext cx="365760" cy="27432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05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outil. Le modèle ne fait que produire du texte. Pas vraiment un « agent ».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2468880"/>
            <a:ext cx="2743200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242316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971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Outillé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977640"/>
            <a:ext cx="365760" cy="27432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41605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outils ponctuels (recherche web, calcul). L'humain garde la main à chaque étape.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468880"/>
            <a:ext cx="2743200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242316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971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Agentique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3977640"/>
            <a:ext cx="365760" cy="27432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1605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complète : le modèle agit en plusieurs tours sans intervention pour des tâches définies.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61120" y="2468880"/>
            <a:ext cx="2743200" cy="1371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49840" y="242316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34" name="Text 32"/>
          <p:cNvSpPr/>
          <p:nvPr/>
        </p:nvSpPr>
        <p:spPr>
          <a:xfrm>
            <a:off x="101498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61120" y="2971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D'AGENTS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49840" y="3977640"/>
            <a:ext cx="365760" cy="27432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41605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agents coordonnés, chacun avec son harnais, qui se passent des sous-tâches.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5943600"/>
            <a:ext cx="11247120" cy="18288"/>
          </a:xfrm>
          <a:prstGeom prst="rect">
            <a:avLst/>
          </a:prstGeom>
          <a:solidFill>
            <a:srgbClr val="DCD4C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AUTONOME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611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AUTONOME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·  LES DÉFIS DU CONCEPTEUR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Concevoir un harnais : un art difficile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tensions reviennent dans toutes les conceptions de harnais. Bien les arbitrer, c'est faire la différence entre un agent jouet et un agent fiable.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7216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Autonomie  ↔  Sécurité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3886200"/>
            <a:ext cx="457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0233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 laisse l'agent libre d'agir, plus il accomplit de choses — mais plus il peut aussi causer de dégâts. Le harnais doit ouvrir la porte juste assez.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61688" y="2468880"/>
            <a:ext cx="37216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974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6008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 ↔  Coût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636008" y="3886200"/>
            <a:ext cx="457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3"/>
          <p:cNvSpPr/>
          <p:nvPr/>
        </p:nvSpPr>
        <p:spPr>
          <a:xfrm>
            <a:off x="4636008" y="40233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tout l'historique au modèle améliore ses décisions, mais coûte cher en tokens. Le harnais doit choisir intelligemment ce qu'il garde.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66176" y="2468880"/>
            <a:ext cx="37216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974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40496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Richesse  ↔  Simplicité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540496" y="3886200"/>
            <a:ext cx="4572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2" name="Text 17"/>
          <p:cNvSpPr/>
          <p:nvPr/>
        </p:nvSpPr>
        <p:spPr>
          <a:xfrm>
            <a:off x="8540496" y="40233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d'outils donnent à l'agent plus de pouvoir, mais le saturent et le perdent. Un bon harnais offre les bons outils, pas tous les outils.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formule à retenir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0A1230"/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514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brute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0" y="2194560"/>
            <a:ext cx="548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4572000" y="219456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D4A57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1460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HARNAIS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pouvoir d'agir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0" y="2194560"/>
            <a:ext cx="548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6000" dirty="0"/>
          </a:p>
        </p:txBody>
      </p:sp>
      <p:sp>
        <p:nvSpPr>
          <p:cNvPr id="15" name="Shape 11"/>
          <p:cNvSpPr/>
          <p:nvPr/>
        </p:nvSpPr>
        <p:spPr>
          <a:xfrm>
            <a:off x="8412480" y="219456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1460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5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d'accomplir des tâches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828800" y="5303520"/>
            <a:ext cx="850392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harnais, l'IA pense.  Avec un harnais, elle agit.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64592" cy="2926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 ·  CINQ IDÉES À RETENIR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vous ne deviez retenir que cinq choses…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seul ne fait que produire du texte. Le harnais est ce qui le rend capable d'agir.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comprend des outils, une boucle d'exécution, une gestion du contexte et des garde-fous.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5661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tour, le modèle décide ; le harnais exécute, observe, et renvoie le résultat.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4348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même modèle, deux harnais peuvent produire des agents radicalement différents.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3035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bon harnais, c'est arbitrer entre autonomie, sécurité, contexte, coût et richesse d'outillage.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45720" cy="6858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 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aller plus loin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4864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035808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un harnais en action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3832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agent comme Claude Code ou un agent open-source, regarder ses logs, suivre ce qu'il appelle à chaque tour.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87368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harnais existant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frameworks open-source publient leur code : c'est la meilleure école pour comprendre les choix concrets.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mini-harnais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486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boucle de quelques dizaines de lignes avec deux ou trois outils suffit pour saisir profondément le concept.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 ·  QUESTIONS BIENVENUES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463040"/>
            <a:ext cx="1645920" cy="164592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383280"/>
            <a:ext cx="822960" cy="82296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4805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Harnais dans l'agentique AI</dc:title>
  <dc:subject>PptxGenJS Presentation</dc:subject>
  <dc:creator>Claude</dc:creator>
  <cp:lastModifiedBy>Claude</cp:lastModifiedBy>
  <cp:revision>1</cp:revision>
  <dcterms:created xsi:type="dcterms:W3CDTF">2026-04-29T08:56:05Z</dcterms:created>
  <dcterms:modified xsi:type="dcterms:W3CDTF">2026-04-29T08:56:05Z</dcterms:modified>
</cp:coreProperties>
</file>